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86" d="100"/>
          <a:sy n="86" d="100"/>
        </p:scale>
        <p:origin x="562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A005E0-3E1D-4D52-B164-4DDB20C2B67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A18A39B-9EF2-4FD8-9D21-BEB3021FAC7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7EAF942-600C-459D-B1BC-9B4A3ED801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49FF0C-144C-4CA7-8CF2-773BCDBD177E}" type="datetimeFigureOut">
              <a:rPr lang="en-IN" smtClean="0"/>
              <a:t>01-11-2023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C4B7050-47B4-40E0-A3C2-DF2F38B29D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87ABE6B-C3D1-47F7-9765-F328C71E16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22E23C-AFDA-4D0E-82B1-30E871DC9FE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284964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539CCE-BF75-401B-887A-F286FE867B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D79DBD-235C-4839-84EF-DC938209B68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6A8D28-7543-42F9-9B7D-D242640EA4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49FF0C-144C-4CA7-8CF2-773BCDBD177E}" type="datetimeFigureOut">
              <a:rPr lang="en-IN" smtClean="0"/>
              <a:t>01-11-2023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4AD7F2A-CBF4-40FC-9DD4-CDB1A8997C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3579BE9-E653-408B-9CA6-C8AE86F760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22E23C-AFDA-4D0E-82B1-30E871DC9FE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565999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744E5A-EC90-4437-9705-ABF07A3E8A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902F1AA-E5EF-4897-8A9C-84E6BF842B1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67F398-42A1-4EB2-AA20-72CFF39AD1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49FF0C-144C-4CA7-8CF2-773BCDBD177E}" type="datetimeFigureOut">
              <a:rPr lang="en-IN" smtClean="0"/>
              <a:t>01-11-2023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3600862-3A77-4727-A086-279A3499F9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CF3EF1D-254E-4ECE-B09F-0D611BD2EF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22E23C-AFDA-4D0E-82B1-30E871DC9FE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383644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F7DA01-72CD-4DB2-84E8-CFE83A258C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F7F458-C4D3-42DA-87A3-8CED98218EF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79B3B59-8659-40F1-AD06-F3265E90F1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586D2E0-1E80-47CD-8890-DFE87F9F70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49FF0C-144C-4CA7-8CF2-773BCDBD177E}" type="datetimeFigureOut">
              <a:rPr lang="en-IN" smtClean="0"/>
              <a:t>01-11-2023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D61F59F-9F69-4C78-B539-912B9C032F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983F0B3-78E3-4EC3-99D7-55F25D6829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22E23C-AFDA-4D0E-82B1-30E871DC9FE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059751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03742E-8E5F-463E-9CF5-D59F64B8E2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8D6A05E-CA18-48DB-9495-A50CBF3152F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60F8875-23A7-4197-9346-80F90524B84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81C3501-A7AE-4410-99D6-D99E22D7F34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08EB48A-1056-4CC1-B77D-184696B8967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96DDCA4-97CD-4E7B-BB9B-D5004C4376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49FF0C-144C-4CA7-8CF2-773BCDBD177E}" type="datetimeFigureOut">
              <a:rPr lang="en-IN" smtClean="0"/>
              <a:t>01-11-2023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06FDE00-DF78-4DF1-8A09-5923FBAC66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E3E4322-7EA1-489F-AF88-57BD0ED053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22E23C-AFDA-4D0E-82B1-30E871DC9FE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989773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0E54FC-F0A3-443C-A8EE-810F7EFCEA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95E290-62D4-4C97-AD53-B1EF90547B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49FF0C-144C-4CA7-8CF2-773BCDBD177E}" type="datetimeFigureOut">
              <a:rPr lang="en-IN" smtClean="0"/>
              <a:t>01-11-2023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1FECD95-297A-4CC8-9508-107F441EE5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614DFC9-E73E-44EB-AD2C-634D8DF06A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22E23C-AFDA-4D0E-82B1-30E871DC9FE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37771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5FAA8E2-C711-4517-A170-70C948ABF4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49FF0C-144C-4CA7-8CF2-773BCDBD177E}" type="datetimeFigureOut">
              <a:rPr lang="en-IN" smtClean="0"/>
              <a:t>01-11-2023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E2FE013-9B12-4220-9386-1A653B351E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9EC66F4-9A0B-4F89-AC1A-A11DD68D9E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22E23C-AFDA-4D0E-82B1-30E871DC9FE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886392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27C68F-3C2D-48A6-8941-79B2BB87EC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1D6642-C365-4610-82A0-1BB5059D6C9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1328F77-31DB-49D7-BD5A-CDEACE99815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8C24FFB-2FC0-418C-956F-ECBF9915EA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49FF0C-144C-4CA7-8CF2-773BCDBD177E}" type="datetimeFigureOut">
              <a:rPr lang="en-IN" smtClean="0"/>
              <a:t>01-11-2023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D2B2CFD-2E2D-427B-9471-E08FDCFB9F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70FFF36-91A2-4276-AE91-8C1FC08BF9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22E23C-AFDA-4D0E-82B1-30E871DC9FE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061363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F0FE8B-CBC5-481C-87F7-67DED3A519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5CF7CCB-B4BE-46F7-AA30-71A596F188F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561D755-58B6-4DEA-97BE-75F230EEA46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E6B11C8-CA6E-407E-9DEA-F84BDEBD1B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49FF0C-144C-4CA7-8CF2-773BCDBD177E}" type="datetimeFigureOut">
              <a:rPr lang="en-IN" smtClean="0"/>
              <a:t>01-11-2023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DD11178-8017-4C9A-A7F4-F449761B07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A48C3B0-6210-4310-8D53-8A9344761F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22E23C-AFDA-4D0E-82B1-30E871DC9FE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3229026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3321FD-9BF0-4508-BF6E-801BB73CA2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792C413-F024-461C-8C31-73735F93A21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3AFCCBE-8F6A-446D-BED7-C72C1EE6A0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49FF0C-144C-4CA7-8CF2-773BCDBD177E}" type="datetimeFigureOut">
              <a:rPr lang="en-IN" smtClean="0"/>
              <a:t>01-11-2023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A678F95-FDBB-4D1B-B1EA-ADE8087306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D2413C3-C0EB-4DAC-AED6-0FCEBFF1A7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22E23C-AFDA-4D0E-82B1-30E871DC9FE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4015633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EFE4090-2509-4CB5-9C9E-A6501D5DCC2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8CC3A86-E9CE-4BB0-BA36-59C6F2DB65F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E61DA9-7ADB-4216-9B5F-B6F5395781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49FF0C-144C-4CA7-8CF2-773BCDBD177E}" type="datetimeFigureOut">
              <a:rPr lang="en-IN" smtClean="0"/>
              <a:t>01-11-2023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FDB4E62-3826-4EE9-AC7E-CB0024EDA0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7E3222-11E1-403E-A1A9-6BC8DD50D3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22E23C-AFDA-4D0E-82B1-30E871DC9FE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686766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99F43C3-0C62-4387-BA1D-EEF7583FE9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0011064-3A16-4533-9CCE-EB702EECB74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3C01C34-F1BB-46C5-976C-2EAB8CBD6A4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649FF0C-144C-4CA7-8CF2-773BCDBD177E}" type="datetimeFigureOut">
              <a:rPr lang="en-IN" smtClean="0"/>
              <a:t>01-11-2023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BD213F8-5519-4AEE-BB6A-F0613D0844B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E761E7-6587-4956-AE11-A3132F09D19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A22E23C-AFDA-4D0E-82B1-30E871DC9FE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592126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122994EF-7543-4A6D-AE47-437CEF29539F}"/>
              </a:ext>
            </a:extLst>
          </p:cNvPr>
          <p:cNvSpPr/>
          <p:nvPr/>
        </p:nvSpPr>
        <p:spPr>
          <a:xfrm>
            <a:off x="118368" y="160200"/>
            <a:ext cx="13278035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dirty="0"/>
              <a:t>1) Create a navigation bar similar to the below-mentioned image. The navigation bar must </a:t>
            </a:r>
            <a:r>
              <a:rPr lang="en-IN" dirty="0" err="1"/>
              <a:t>vontain</a:t>
            </a:r>
            <a:r>
              <a:rPr lang="en-IN" dirty="0"/>
              <a:t> 5</a:t>
            </a:r>
          </a:p>
          <a:p>
            <a:r>
              <a:rPr lang="en-IN" dirty="0"/>
              <a:t>navigation links that are properly </a:t>
            </a:r>
            <a:r>
              <a:rPr lang="en-IN" dirty="0" err="1"/>
              <a:t>plaved</a:t>
            </a:r>
            <a:r>
              <a:rPr lang="en-IN" dirty="0"/>
              <a:t> within the navigation bar using the CSS box model. The navigation</a:t>
            </a:r>
          </a:p>
          <a:p>
            <a:r>
              <a:rPr lang="en-IN" dirty="0"/>
              <a:t>items must </a:t>
            </a:r>
            <a:r>
              <a:rPr lang="en-IN" dirty="0" err="1"/>
              <a:t>vhange</a:t>
            </a:r>
            <a:r>
              <a:rPr lang="en-IN" dirty="0"/>
              <a:t> their text </a:t>
            </a:r>
            <a:r>
              <a:rPr lang="en-IN" dirty="0" err="1"/>
              <a:t>volor</a:t>
            </a:r>
            <a:r>
              <a:rPr lang="en-IN" dirty="0"/>
              <a:t> on hover.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05D7B0B-A278-450B-91DE-B877A78FFE2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302328"/>
            <a:ext cx="12192000" cy="50345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222737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6FAB0E09-1825-4178-8C2A-0CD7D0D035DA}"/>
              </a:ext>
            </a:extLst>
          </p:cNvPr>
          <p:cNvSpPr/>
          <p:nvPr/>
        </p:nvSpPr>
        <p:spPr>
          <a:xfrm>
            <a:off x="242656" y="158448"/>
            <a:ext cx="13153748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dirty="0"/>
              <a:t>2) Create a div </a:t>
            </a:r>
            <a:r>
              <a:rPr lang="en-IN" dirty="0" err="1"/>
              <a:t>ventered</a:t>
            </a:r>
            <a:r>
              <a:rPr lang="en-IN" dirty="0"/>
              <a:t> with an image and paragraph similar to the image mentioned below.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53D25BF-6528-4394-A839-6A3116BFA65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25649"/>
            <a:ext cx="12192000" cy="52067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244689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351E8992-494A-4D7A-8890-F77347A27C60}"/>
              </a:ext>
            </a:extLst>
          </p:cNvPr>
          <p:cNvSpPr/>
          <p:nvPr/>
        </p:nvSpPr>
        <p:spPr>
          <a:xfrm>
            <a:off x="-1" y="211715"/>
            <a:ext cx="12082509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dirty="0"/>
              <a:t>3) Create a </a:t>
            </a:r>
            <a:r>
              <a:rPr lang="en-IN" dirty="0" err="1"/>
              <a:t>navigaion</a:t>
            </a:r>
            <a:r>
              <a:rPr lang="en-IN" dirty="0"/>
              <a:t> bar similar to </a:t>
            </a:r>
            <a:r>
              <a:rPr lang="en-IN" dirty="0" err="1"/>
              <a:t>quesion</a:t>
            </a:r>
            <a:r>
              <a:rPr lang="en-IN" dirty="0"/>
              <a:t> 1. For each </a:t>
            </a:r>
            <a:r>
              <a:rPr lang="en-IN" dirty="0" err="1"/>
              <a:t>navigaion</a:t>
            </a:r>
            <a:r>
              <a:rPr lang="en-IN" dirty="0"/>
              <a:t> item, use a different order </a:t>
            </a:r>
            <a:r>
              <a:rPr lang="en-IN" dirty="0" err="1"/>
              <a:t>syle</a:t>
            </a:r>
            <a:r>
              <a:rPr lang="en-IN" dirty="0"/>
              <a:t>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F20E152-7477-4B94-AD7E-A4E9DB74CFB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904539"/>
            <a:ext cx="12192000" cy="50489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265725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B22F5BB5-5DC9-4258-9CE4-CE1DBB9B6583}"/>
              </a:ext>
            </a:extLst>
          </p:cNvPr>
          <p:cNvSpPr/>
          <p:nvPr/>
        </p:nvSpPr>
        <p:spPr>
          <a:xfrm>
            <a:off x="189389" y="238348"/>
            <a:ext cx="12106183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dirty="0"/>
              <a:t>4)Create a simple webpage within an image and make the image circular using border-radius.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C10503E-BC22-4EC7-9088-89904274322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753932"/>
            <a:ext cx="12192000" cy="53501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826327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61FB93A8-2E1F-48E8-9D0F-361F922263E7}"/>
              </a:ext>
            </a:extLst>
          </p:cNvPr>
          <p:cNvSpPr/>
          <p:nvPr/>
        </p:nvSpPr>
        <p:spPr>
          <a:xfrm>
            <a:off x="251534" y="181499"/>
            <a:ext cx="11940466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dirty="0"/>
              <a:t>5)Create a simple blog website about Google forms. The webpage must have the heading </a:t>
            </a:r>
            <a:r>
              <a:rPr lang="en-IN" dirty="0" err="1"/>
              <a:t>wih</a:t>
            </a:r>
            <a:r>
              <a:rPr lang="en-IN" dirty="0"/>
              <a:t> “Oswald” font</a:t>
            </a:r>
          </a:p>
          <a:p>
            <a:r>
              <a:rPr lang="en-IN" dirty="0"/>
              <a:t>align </a:t>
            </a:r>
            <a:r>
              <a:rPr lang="en-IN" dirty="0" err="1"/>
              <a:t>center</a:t>
            </a:r>
            <a:r>
              <a:rPr lang="en-IN" dirty="0"/>
              <a:t> to the page, below he heading have an image of Google fonts and a paragraph about Google</a:t>
            </a:r>
          </a:p>
          <a:p>
            <a:r>
              <a:rPr lang="en-IN" dirty="0"/>
              <a:t>fonts in </a:t>
            </a:r>
            <a:r>
              <a:rPr lang="en-IN" dirty="0" err="1"/>
              <a:t>fon</a:t>
            </a:r>
            <a:r>
              <a:rPr lang="en-IN" dirty="0"/>
              <a:t> “</a:t>
            </a:r>
            <a:r>
              <a:rPr lang="en-IN" dirty="0" err="1"/>
              <a:t>Monserra</a:t>
            </a:r>
            <a:r>
              <a:rPr lang="en-IN" dirty="0"/>
              <a:t>” paragraph font style should </a:t>
            </a:r>
            <a:r>
              <a:rPr lang="en-IN" dirty="0" err="1"/>
              <a:t>be“monserra</a:t>
            </a:r>
            <a:r>
              <a:rPr lang="en-IN" dirty="0"/>
              <a:t>” font.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7C487EC-A4EA-47D5-ABA9-C62FCF57F98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076661"/>
            <a:ext cx="12192000" cy="47046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968657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EB0D2998-20F1-4249-83ED-DA47D6B2902E}"/>
              </a:ext>
            </a:extLst>
          </p:cNvPr>
          <p:cNvSpPr/>
          <p:nvPr/>
        </p:nvSpPr>
        <p:spPr>
          <a:xfrm>
            <a:off x="65102" y="215257"/>
            <a:ext cx="13331301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dirty="0"/>
              <a:t>6)Create a simple website as mentioned in the below image. You can get the assets by visiting https://</a:t>
            </a:r>
          </a:p>
          <a:p>
            <a:r>
              <a:rPr lang="en-IN" dirty="0"/>
              <a:t>pwskills.com/about-us.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6BDC1E7-EDC3-4EC2-94B8-1EF21694099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04134"/>
            <a:ext cx="12192000" cy="52497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119298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B36C0047-705C-4C05-950A-51556B79BC49}"/>
              </a:ext>
            </a:extLst>
          </p:cNvPr>
          <p:cNvSpPr/>
          <p:nvPr/>
        </p:nvSpPr>
        <p:spPr>
          <a:xfrm>
            <a:off x="145002" y="121147"/>
            <a:ext cx="11901996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dirty="0"/>
              <a:t>7Create  simple </a:t>
            </a:r>
            <a:r>
              <a:rPr lang="en-IN" dirty="0" err="1"/>
              <a:t>webpge</a:t>
            </a:r>
            <a:r>
              <a:rPr lang="en-IN" dirty="0"/>
              <a:t> </a:t>
            </a:r>
            <a:r>
              <a:rPr lang="en-IN" dirty="0" err="1"/>
              <a:t>wih</a:t>
            </a:r>
            <a:r>
              <a:rPr lang="en-IN" dirty="0"/>
              <a:t>  card </a:t>
            </a:r>
            <a:r>
              <a:rPr lang="en-IN" dirty="0" err="1"/>
              <a:t>similr</a:t>
            </a:r>
            <a:r>
              <a:rPr lang="en-IN" dirty="0"/>
              <a:t> to </a:t>
            </a:r>
            <a:r>
              <a:rPr lang="en-IN" dirty="0" err="1"/>
              <a:t>quesion</a:t>
            </a:r>
            <a:r>
              <a:rPr lang="en-IN" dirty="0"/>
              <a:t> number 2. The card must be semi-</a:t>
            </a:r>
            <a:r>
              <a:rPr lang="en-IN" dirty="0" err="1"/>
              <a:t>transprent</a:t>
            </a:r>
            <a:r>
              <a:rPr lang="en-IN" dirty="0"/>
              <a:t> as</a:t>
            </a:r>
          </a:p>
          <a:p>
            <a:r>
              <a:rPr lang="en-IN" dirty="0"/>
              <a:t>default and on hovering the card </a:t>
            </a:r>
            <a:r>
              <a:rPr lang="en-IN" dirty="0" err="1"/>
              <a:t>mus</a:t>
            </a:r>
            <a:r>
              <a:rPr lang="en-IN" dirty="0"/>
              <a:t> be displayed clearly. Use CSS </a:t>
            </a:r>
            <a:r>
              <a:rPr lang="en-IN" dirty="0" err="1"/>
              <a:t>opaciy</a:t>
            </a:r>
            <a:r>
              <a:rPr lang="en-IN" dirty="0"/>
              <a:t> to achieve this output.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59FBCCB-5817-4F8B-9720-549AD4D8B66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710901"/>
            <a:ext cx="12192000" cy="54361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10990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D6C9DB2E-0C06-4C5A-B8C3-B5138EBDA0AF}"/>
              </a:ext>
            </a:extLst>
          </p:cNvPr>
          <p:cNvSpPr/>
          <p:nvPr/>
        </p:nvSpPr>
        <p:spPr>
          <a:xfrm>
            <a:off x="180512" y="229470"/>
            <a:ext cx="11005351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dirty="0"/>
              <a:t>8) Create a simple list of items as </a:t>
            </a:r>
            <a:r>
              <a:rPr lang="en-IN" dirty="0" err="1"/>
              <a:t>menlioned</a:t>
            </a:r>
            <a:r>
              <a:rPr lang="en-IN" dirty="0"/>
              <a:t> in the below image.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6A59261-7171-49A5-BD76-5CB504338A5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725244"/>
            <a:ext cx="12192000" cy="54075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293135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239</Words>
  <Application>Microsoft Office PowerPoint</Application>
  <PresentationFormat>Widescreen</PresentationFormat>
  <Paragraphs>14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Admin</dc:creator>
  <cp:lastModifiedBy>Admin</cp:lastModifiedBy>
  <cp:revision>2</cp:revision>
  <dcterms:created xsi:type="dcterms:W3CDTF">2023-11-01T09:58:48Z</dcterms:created>
  <dcterms:modified xsi:type="dcterms:W3CDTF">2023-11-01T10:06:18Z</dcterms:modified>
</cp:coreProperties>
</file>